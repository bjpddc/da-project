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725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634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18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590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1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424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978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927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76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821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977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445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9211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36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188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414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574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✈️ U.S. Airline Performance &amp; Delay Analysis (2015)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Interactive Dashboard Insights</a:t>
            </a:r>
          </a:p>
          <a:p>
            <a:r>
              <a:rPr dirty="0"/>
              <a:t>Prepared by: </a:t>
            </a:r>
            <a:r>
              <a:rPr lang="en-US" dirty="0"/>
              <a:t>Soujash Maitra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Analyze delays &amp; cancellations</a:t>
            </a:r>
          </a:p>
          <a:p>
            <a:r>
              <a:t>- Benchmark airlines &amp; airports</a:t>
            </a:r>
          </a:p>
          <a:p>
            <a:r>
              <a:t>- Identify temporal patterns</a:t>
            </a:r>
          </a:p>
          <a:p>
            <a:r>
              <a:t>- Recommend improvements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Dataset: 5.8M U.S. domestic flights (2015)</a:t>
            </a:r>
          </a:p>
          <a:p>
            <a:r>
              <a:t>• Tools: Oracle SQL, Power BI</a:t>
            </a:r>
          </a:p>
          <a:p>
            <a:r>
              <a:t>• Tables: flights, airlines, airports</a:t>
            </a:r>
          </a:p>
          <a:p>
            <a:r>
              <a:t>• KPIs: OTP %, Avg Delays, Cancellations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Flights: 5.8M</a:t>
            </a:r>
          </a:p>
          <a:p>
            <a:r>
              <a:t>• On-Time Performance (OTP): ~79%</a:t>
            </a:r>
          </a:p>
          <a:p>
            <a:r>
              <a:t>• Avg Delay: ~12 min</a:t>
            </a:r>
          </a:p>
          <a:p>
            <a:r>
              <a:t>• Cancellation Rate: ~1.6%</a:t>
            </a:r>
          </a:p>
          <a:p>
            <a:r>
              <a:t>• Delay Causes: Airline (30%), Late Aircraft (32%), NAS (27%), Weather (10%)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Airline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Best Airlines: Hawaiian (92% OTP), Alaska (87% OTP)</a:t>
            </a:r>
          </a:p>
          <a:p>
            <a:r>
              <a:t>• Worst Airlines: Spirit, ExpressJet (OTP &lt; 75%)</a:t>
            </a:r>
          </a:p>
          <a:p>
            <a:r>
              <a:t>• Major Cause: Late Aircraft delays</a:t>
            </a:r>
          </a:p>
          <a:p>
            <a:r>
              <a:t>➡ Visual: Bar chart Airlines vs OTP 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Airport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Worst Airports: ORD, EWR (high avg delays)</a:t>
            </a:r>
          </a:p>
          <a:p>
            <a:r>
              <a:t>• Best Airports: HNL, PDX (strong OTP)</a:t>
            </a:r>
          </a:p>
          <a:p>
            <a:r>
              <a:t>• Hub congestion = higher delays</a:t>
            </a:r>
          </a:p>
          <a:p>
            <a:r>
              <a:t>➡ Visual: Map (bubble size = flights, color = avg delay)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Temporal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Evening flights = highest delays</a:t>
            </a:r>
          </a:p>
          <a:p>
            <a:r>
              <a:t>• Fridays &amp; Sundays = worst OTP</a:t>
            </a:r>
          </a:p>
          <a:p>
            <a:r>
              <a:t>• Winter = most cancellations</a:t>
            </a:r>
          </a:p>
          <a:p>
            <a:r>
              <a:t>➡ Visuals: Line chart (Month), Bar (Day), Heatmap (Hour)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Add buffer time for late aircraft</a:t>
            </a:r>
          </a:p>
          <a:p>
            <a:r>
              <a:t>2. Improve gate &amp; crew scheduling at busy hubs</a:t>
            </a:r>
          </a:p>
          <a:p>
            <a:r>
              <a:t>3. Stronger winter weather contingency plans</a:t>
            </a:r>
          </a:p>
          <a:p>
            <a:r>
              <a:t>➡ Interactive filters: Airline | Airport | Date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Most flights arrive on time (~79%)</a:t>
            </a:r>
          </a:p>
          <a:p>
            <a:r>
              <a:t>• Delays concentrated in few airlines/airports</a:t>
            </a:r>
          </a:p>
          <a:p>
            <a:r>
              <a:t>• Targeted improvements = significant passenger impact</a:t>
            </a:r>
          </a:p>
          <a:p>
            <a:r>
              <a:t>• Interactive dashboard enables drill-down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329</Words>
  <Application>Microsoft Office PowerPoint</Application>
  <PresentationFormat>On-screen Show (4:3)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✈️ U.S. Airline Performance &amp; Delay Analysis (2015)</vt:lpstr>
      <vt:lpstr>Project Objectives</vt:lpstr>
      <vt:lpstr>Data &amp; Tools</vt:lpstr>
      <vt:lpstr>Dashboard Overview (KPIs)</vt:lpstr>
      <vt:lpstr>Airline Performance</vt:lpstr>
      <vt:lpstr>Airport Performance</vt:lpstr>
      <vt:lpstr>Temporal Performance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SOUJASH MAITRA</cp:lastModifiedBy>
  <cp:revision>2</cp:revision>
  <dcterms:created xsi:type="dcterms:W3CDTF">2013-01-27T09:14:16Z</dcterms:created>
  <dcterms:modified xsi:type="dcterms:W3CDTF">2025-10-03T16:31:41Z</dcterms:modified>
  <cp:category/>
</cp:coreProperties>
</file>